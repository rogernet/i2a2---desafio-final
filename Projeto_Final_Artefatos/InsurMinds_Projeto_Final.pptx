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InsurMinds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Plataforma Inteligente para Análise de Apólices D&amp;O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Apólices de seguro são documentos longos, complexos e jurídicos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Comparar múltiplas apólices demanda horas de trabalho especializado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Necessidade de identificar cláusulas, coberturas, exclusões e limites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Processo manual = lento, caro e propenso a erros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Solução: Automatizar com Inteligência Artificial Generativa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Visão Geral da Solução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Plataforma end-to-end para análise de apólices D&amp;O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Extração automática de dados com LLM + validação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Comparação inteligente com classificação por severidade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Interface web intuitiva com Streamlit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Relatórios estruturados em HTML com Dark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Arquitetura em Componentes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📥 Interface Streamlit (entrada de PDFs)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🔍 Extraction Agent (extrai texto)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🤖 Policy Agent (LLM estrutura JSON)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⚖️ Compare Agent (identifica diferenças)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💾 Storage Module (SQLite + ORM)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📊 Report Agent (gera HTML com Dark Mode)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Stack Tecnológico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🐍 Python 3.13+ (Windows/Linux/Mac)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🎨 Streamlit 1.40.0 (Interface web)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🤖 LangChain 0.3.0 (Agnóstico a LLM)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📄 pdfplumber + Pillow (Processamento de docs)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💾 SQLite + SQLAlchemy (Persistência)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🔗 APIs: Anthropic, OpenAI, Gemini, Ollama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Fluxo de Processamento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1️⃣  Usuário faz upload de PDF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2️⃣  Extraction Agent extrai texto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3️⃣  Policy Agent (LLM) estrutura JSON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4️⃣  Dados armazenados em SQLite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5️⃣  Compare Agent compara 2 apólices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6️⃣  Report Agent gera HTML →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Por Que Essa Arquitetura?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Agentes especializados = reutilização + testabilidade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LangChain agnóstico = zero lock-in de fornecedor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SQLite = MVP zero-config, escalável depois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Retry automático + regex fallback = robustez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Validação pré-comparação = evita relatórios inúteis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✓ Dark Mode contraste AAA = acessibilidade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Requisitos Atendidos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✅ </a:t>
            </a:r>
            <a:r>
              <a:rPr dirty="0" err="1"/>
              <a:t>Leitura</a:t>
            </a:r>
            <a:r>
              <a:rPr dirty="0"/>
              <a:t> de PDF/</a:t>
            </a:r>
            <a:r>
              <a:rPr dirty="0" err="1"/>
              <a:t>imagem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✅ </a:t>
            </a:r>
            <a:r>
              <a:rPr dirty="0" err="1"/>
              <a:t>Extração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com </a:t>
            </a:r>
            <a:r>
              <a:rPr dirty="0" err="1"/>
              <a:t>validação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✅ </a:t>
            </a:r>
            <a:r>
              <a:rPr dirty="0" err="1"/>
              <a:t>Estruturação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JSON (10 campos)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✅ </a:t>
            </a:r>
            <a:r>
              <a:rPr dirty="0" err="1"/>
              <a:t>Comparação</a:t>
            </a:r>
            <a:r>
              <a:rPr dirty="0"/>
              <a:t> entre 2 </a:t>
            </a:r>
            <a:r>
              <a:rPr dirty="0" err="1"/>
              <a:t>apólices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✅ </a:t>
            </a:r>
            <a:r>
              <a:rPr dirty="0" err="1"/>
              <a:t>Apresentação</a:t>
            </a:r>
            <a:r>
              <a:rPr dirty="0"/>
              <a:t> de </a:t>
            </a:r>
            <a:r>
              <a:rPr dirty="0" err="1"/>
              <a:t>diferenças</a:t>
            </a:r>
            <a:r>
              <a:rPr dirty="0"/>
              <a:t> (3 </a:t>
            </a:r>
            <a:r>
              <a:rPr dirty="0" err="1"/>
              <a:t>níveis</a:t>
            </a:r>
            <a:r>
              <a:rPr dirty="0"/>
              <a:t> </a:t>
            </a:r>
            <a:r>
              <a:rPr dirty="0" err="1"/>
              <a:t>severidade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✅ Uso de IA </a:t>
            </a:r>
            <a:r>
              <a:rPr dirty="0" err="1"/>
              <a:t>Generativa</a:t>
            </a:r>
            <a:r>
              <a:rPr dirty="0"/>
              <a:t> (</a:t>
            </a:r>
            <a:r>
              <a:rPr dirty="0" err="1"/>
              <a:t>LangChain</a:t>
            </a:r>
            <a:r>
              <a:rPr dirty="0"/>
              <a:t> + retry)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Limitações (MVP)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⚠️  Documentos digitalizados: requerem OCR avançado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⚠️  Apenas PDF/imagens: sem Word/Excel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⚠️  Português: outros idiomas com qualidade reduzida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⚠️  10 campos fixos: estruturas não-convencionais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⚠️  Comparação binária: pares apenas (não N apólices)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Próximas Etapas (Roadmap)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🚀 OCR integrado (Tesseract/AWS Textract)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🚀 Comparação de N apólices (matriz cruzada)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🚀 Histórico de versões (aditivos/endossos)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🚀 Análise de conformidade (SUSEP/CNPC)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🚀 Interface FastAPI + React (multi-usuário)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🚀 PostgreSQL para maior escala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 Que Nos Diferencia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💡 </a:t>
            </a:r>
            <a:r>
              <a:rPr dirty="0" err="1"/>
              <a:t>Arquitetura</a:t>
            </a:r>
            <a:r>
              <a:rPr dirty="0"/>
              <a:t> </a:t>
            </a:r>
            <a:r>
              <a:rPr dirty="0" err="1"/>
              <a:t>pedagógica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(</a:t>
            </a:r>
            <a:r>
              <a:rPr dirty="0" err="1"/>
              <a:t>recomendação</a:t>
            </a:r>
            <a:r>
              <a:rPr dirty="0"/>
              <a:t> do </a:t>
            </a:r>
            <a:r>
              <a:rPr lang="pt-BR" dirty="0"/>
              <a:t>desafio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💡 </a:t>
            </a:r>
            <a:r>
              <a:rPr dirty="0" err="1"/>
              <a:t>Agnóstico</a:t>
            </a:r>
            <a:r>
              <a:rPr dirty="0"/>
              <a:t> a LLM (</a:t>
            </a:r>
            <a:r>
              <a:rPr dirty="0" err="1"/>
              <a:t>sem</a:t>
            </a:r>
            <a:r>
              <a:rPr dirty="0"/>
              <a:t> lock-in)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💡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 (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lixo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💡 Dark Mode com </a:t>
            </a:r>
            <a:r>
              <a:rPr dirty="0" err="1"/>
              <a:t>acessibilidade</a:t>
            </a:r>
            <a:r>
              <a:rPr dirty="0"/>
              <a:t> AAA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💡 Retry </a:t>
            </a:r>
            <a:r>
              <a:rPr dirty="0" err="1"/>
              <a:t>automático</a:t>
            </a:r>
            <a:r>
              <a:rPr dirty="0"/>
              <a:t> (</a:t>
            </a:r>
            <a:r>
              <a:rPr dirty="0" err="1"/>
              <a:t>robusto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💡 Open source +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organizado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 Que Entregamos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📁 Código-fonte completo no GitHub público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📊 Relatório Técnico (arquitetura detalhada)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🎬 Vídeo demo (≤5 min com fluxo completo)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📈 Pitch Deck (este arquivo)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📚 README.md com setup instructions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💾 Pasta Projeto_Final_Artefatos no repo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Demonstração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🔴 App </a:t>
            </a:r>
            <a:r>
              <a:rPr dirty="0" err="1"/>
              <a:t>rodando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: </a:t>
            </a:r>
            <a:r>
              <a:rPr dirty="0" err="1"/>
              <a:t>streamlit</a:t>
            </a:r>
            <a:r>
              <a:rPr dirty="0"/>
              <a:t> run app.py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🔴 Acesso </a:t>
            </a:r>
            <a:r>
              <a:rPr dirty="0" err="1"/>
              <a:t>em</a:t>
            </a:r>
            <a:r>
              <a:rPr dirty="0"/>
              <a:t>: http://localhost:8501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🔴 Passo 1: Upload de PDF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🔴 Passo 2: </a:t>
            </a:r>
            <a:r>
              <a:rPr dirty="0" err="1"/>
              <a:t>Visualizar</a:t>
            </a:r>
            <a:r>
              <a:rPr dirty="0"/>
              <a:t> </a:t>
            </a:r>
            <a:r>
              <a:rPr dirty="0" err="1"/>
              <a:t>extração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🔴 Passo 3: Upload </a:t>
            </a:r>
            <a:r>
              <a:rPr dirty="0" err="1"/>
              <a:t>segunda</a:t>
            </a:r>
            <a:r>
              <a:rPr dirty="0"/>
              <a:t> apólice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rPr dirty="0"/>
              <a:t>🔴 Passo 4: </a:t>
            </a:r>
            <a:r>
              <a:rPr dirty="0" err="1"/>
              <a:t>Comparar</a:t>
            </a:r>
            <a:r>
              <a:rPr dirty="0"/>
              <a:t> e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relatório</a:t>
            </a:r>
            <a:r>
              <a:rPr dirty="0"/>
              <a:t> 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Status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✅ Desenvolvimento: 100% Concluído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✅ Testes: Validados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✅ Documentação: Completa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✅ Código: Organizado e comentado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✅ Repositório: Pronto para entrega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🎯 Pronto para Avaliação Final!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/>
              <a:t>Obrigado!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ADD8E6"/>
                </a:solidFill>
              </a:defRPr>
            </a:pPr>
            <a:r>
              <a:rPr dirty="0" err="1"/>
              <a:t>InsurMinds</a:t>
            </a:r>
            <a:r>
              <a:rPr dirty="0"/>
              <a:t> </a:t>
            </a:r>
            <a:r>
              <a:rPr lang="pt-BR" dirty="0"/>
              <a:t>.:.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 Final</a:t>
            </a:r>
          </a:p>
          <a:p>
            <a:pPr algn="ctr">
              <a:spcBef>
                <a:spcPts val="24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Instituto de </a:t>
            </a:r>
            <a:r>
              <a:rPr dirty="0" err="1"/>
              <a:t>Inteligência</a:t>
            </a:r>
            <a:r>
              <a:rPr dirty="0"/>
              <a:t> Artificial </a:t>
            </a:r>
            <a:r>
              <a:rPr dirty="0" err="1"/>
              <a:t>Aplicada</a:t>
            </a:r>
            <a:r>
              <a:rPr dirty="0"/>
              <a:t> </a:t>
            </a:r>
            <a:r>
              <a:rPr lang="pt-BR" dirty="0"/>
              <a:t>.:.</a:t>
            </a:r>
            <a:r>
              <a:rPr dirty="0"/>
              <a:t> I2A2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643</Words>
  <Application>Microsoft Office PowerPoint</Application>
  <PresentationFormat>Apresentação na tela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roger net</cp:lastModifiedBy>
  <cp:revision>3</cp:revision>
  <dcterms:created xsi:type="dcterms:W3CDTF">2013-01-27T09:14:16Z</dcterms:created>
  <dcterms:modified xsi:type="dcterms:W3CDTF">2026-10-04T10:13:47Z</dcterms:modified>
  <cp:category/>
</cp:coreProperties>
</file>